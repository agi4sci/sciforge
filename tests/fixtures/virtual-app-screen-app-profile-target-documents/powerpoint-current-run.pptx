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0dd664f35d4d4b" /><Relationship Type="http://schemas.openxmlformats.org/officeDocument/2006/relationships/extended-properties" Target="/docProps/app.xml" Id="Rb11252e45e75490a" /><Relationship Type="http://schemas.openxmlformats.org/officeDocument/2006/relationships/officeDocument" Target="/ppt/presentation.xml" Id="R6e6108202ec04b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d97b6b9fe44e16"/>
  </p:sldMasterIdLst>
  <p:notesMasterIdLst>
    <p:notesMasterId xmlns:r="http://schemas.openxmlformats.org/officeDocument/2006/relationships" r:id="R4642bc32518f4b4d"/>
  </p:notesMasterIdLst>
  <p:sldIdLst>
    <p:sldId xmlns:r="http://schemas.openxmlformats.org/officeDocument/2006/relationships" id="256" r:id="R4f3f0a5e42674d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26244dfff46cf" /><Relationship Type="http://schemas.openxmlformats.org/officeDocument/2006/relationships/slideMaster" Target="/ppt/slideMasters/slideMaster1.xml" Id="R9ad97b6b9fe44e16" /><Relationship Type="http://schemas.openxmlformats.org/officeDocument/2006/relationships/notesMaster" Target="/ppt/notesMasters/notesMaster1.xml" Id="R4642bc32518f4b4d" /><Relationship Type="http://schemas.openxmlformats.org/officeDocument/2006/relationships/presProps" Target="/ppt/presProps.xml" Id="R70615a5f622348ba" /><Relationship Type="http://schemas.openxmlformats.org/officeDocument/2006/relationships/viewProps" Target="/ppt/viewProps.xml" Id="R58a922c624d64ded" /><Relationship Type="http://schemas.openxmlformats.org/officeDocument/2006/relationships/tableStyles" Target="/ppt/tableStyles.xml" Id="R78e3c1f63efc44e1" /><Relationship Type="http://schemas.openxmlformats.org/officeDocument/2006/relationships/slide" Target="/ppt/slides/slide1.xml" Id="R4f3f0a5e4267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b58dd7531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4116e43634dbc" /><Relationship Type="http://schemas.openxmlformats.org/officeDocument/2006/relationships/notesMaster" Target="/ppt/notesMasters/notesMaster1.xml" Id="Ra4fd0cd8b290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52c02a83948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67db81f18c47be" /><Relationship Type="http://schemas.openxmlformats.org/officeDocument/2006/relationships/slideLayout" Target="/ppt/slideLayouts/slideLayout1.xml" Id="R0cec59650fd8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c59650fd8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3e4879b7941c3" /><Relationship Type="http://schemas.openxmlformats.org/officeDocument/2006/relationships/notesSlide" Target="/ppt/notesSlides/notesSlide1.xml" Id="R58d6f44cc0c24e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E7128-AE6F-461C-9070-276208DC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D58A1-CE4E-495D-8A97-C67B2FB2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725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SciForge PowerPoint Current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F1392-3221-4E23-8448-A80EE351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Editable target deck for VirtualAppScreen app-profile dogfood.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B5EDD-C9EC-4E31-A6F4-4F858F5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C5346-7908-45AA-9977-A6DE0781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Editable surface check: the smoke can focus this slide and verify a real presentation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89E3D-222F-41EF-9F0A-699D6067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No app-specific behavior is assumed beyond opening a current-run document.</a:t>
            </a:r>
          </a:p>
        </p:txBody>
      </p:sp>
    </p:spTree>
    <p:extLst>
      <p:ext uri="{BB962C8B-B14F-4D97-AF65-F5344CB8AC3E}">
        <p14:creationId xmlns:p14="http://schemas.microsoft.com/office/powerpoint/2010/main" val="8658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2026-06-03T05:36:27.8940000Z</dcterms:created>
  <dcterms:modified xsi:type="dcterms:W3CDTF">2026-06-03T05:36:27.8940000Z</dcterms:modified>
</coreProperties>
</file>